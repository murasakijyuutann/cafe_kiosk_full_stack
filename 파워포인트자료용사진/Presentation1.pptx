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1" r:id="rId3"/>
    <p:sldId id="260" r:id="rId4"/>
    <p:sldId id="262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68" d="100"/>
          <a:sy n="68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19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282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152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290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73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11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225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539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090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55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416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2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08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1486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790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128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18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E420-CA2E-476D-963C-B3287D18B9C8}" type="datetimeFigureOut">
              <a:rPr lang="en-AU" smtClean="0"/>
              <a:t>18/11/2025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92153-608C-4970-9864-7092F2E600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057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C1C961E4-5512-56DE-E12B-09888F4CA138}"/>
              </a:ext>
            </a:extLst>
          </p:cNvPr>
          <p:cNvSpPr txBox="1"/>
          <p:nvPr/>
        </p:nvSpPr>
        <p:spPr>
          <a:xfrm>
            <a:off x="554183" y="1995054"/>
            <a:ext cx="114854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500" b="1" dirty="0"/>
              <a:t>보안 설정</a:t>
            </a:r>
            <a:endParaRPr lang="en-AU" altLang="ko-KR" sz="5500" b="1" dirty="0"/>
          </a:p>
          <a:p>
            <a:pPr algn="ctr"/>
            <a:r>
              <a:rPr lang="en-AU" altLang="ko-KR" sz="5500" b="1" dirty="0"/>
              <a:t>SecurityConfig.java</a:t>
            </a:r>
            <a:r>
              <a:rPr lang="ko-KR" altLang="en-US" sz="5500" b="1" dirty="0"/>
              <a:t> </a:t>
            </a:r>
            <a:endParaRPr lang="en-AU" altLang="ko-KR" sz="5500" b="1" dirty="0"/>
          </a:p>
        </p:txBody>
      </p:sp>
    </p:spTree>
    <p:extLst>
      <p:ext uri="{BB962C8B-B14F-4D97-AF65-F5344CB8AC3E}">
        <p14:creationId xmlns:p14="http://schemas.microsoft.com/office/powerpoint/2010/main" val="2583027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6049-3F03-9481-DF15-25E13992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6" y="1313714"/>
            <a:ext cx="9982199" cy="4230572"/>
          </a:xfrm>
        </p:spPr>
        <p:txBody>
          <a:bodyPr>
            <a:noAutofit/>
          </a:bodyPr>
          <a:lstStyle/>
          <a:p>
            <a:pPr algn="ctr"/>
            <a:r>
              <a:rPr lang="en-AU" sz="5500" dirty="0">
                <a:latin typeface="+mj-ea"/>
              </a:rPr>
              <a:t>Security Config</a:t>
            </a:r>
            <a:r>
              <a:rPr lang="ko-KR" altLang="en-US" sz="5500" dirty="0">
                <a:latin typeface="+mj-ea"/>
              </a:rPr>
              <a:t>가 </a:t>
            </a:r>
            <a:r>
              <a:rPr lang="ko-KR" altLang="en-US" sz="5500" dirty="0" err="1">
                <a:latin typeface="+mj-ea"/>
              </a:rPr>
              <a:t>뭔가요</a:t>
            </a:r>
            <a:r>
              <a:rPr lang="en-US" altLang="ko-KR" sz="5500" dirty="0">
                <a:latin typeface="+mj-ea"/>
              </a:rPr>
              <a:t>?</a:t>
            </a:r>
            <a:endParaRPr lang="en-AU" sz="55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2098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6ECC-7DEC-8F88-F267-0E9E4EAC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4554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br>
              <a:rPr lang="en-AU" altLang="ko-KR" sz="5500" dirty="0"/>
            </a:br>
            <a:r>
              <a:rPr lang="en-AU" altLang="ko-KR" sz="5500" b="1" dirty="0"/>
              <a:t>SecurityConfig.java</a:t>
            </a:r>
            <a:br>
              <a:rPr lang="en-US" altLang="ko-KR" sz="5500" b="1" dirty="0"/>
            </a:br>
            <a:r>
              <a:rPr lang="en-AU" altLang="ko-KR" sz="5500" dirty="0"/>
              <a:t>  </a:t>
            </a:r>
            <a:endParaRPr lang="en-AU" sz="5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1FECB-63B7-9147-8AFB-0B6BE7F4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655" y="2057282"/>
            <a:ext cx="9086689" cy="381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70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4AE35D-7A3D-FF14-34AF-B48644083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08" y="355274"/>
            <a:ext cx="9318584" cy="614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9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12FBD7-F35A-A9A7-7169-E3E3EAAF1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11" y="120063"/>
            <a:ext cx="6421125" cy="661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0287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32</TotalTime>
  <Words>16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PowerPoint Presentation</vt:lpstr>
      <vt:lpstr>Security Config가 뭔가요?</vt:lpstr>
      <vt:lpstr> SecurityConfig.java 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Sunmyung Woo</dc:creator>
  <cp:lastModifiedBy>Sunmyung Woo</cp:lastModifiedBy>
  <cp:revision>1</cp:revision>
  <dcterms:created xsi:type="dcterms:W3CDTF">2025-11-18T07:22:08Z</dcterms:created>
  <dcterms:modified xsi:type="dcterms:W3CDTF">2025-11-18T07:54:41Z</dcterms:modified>
</cp:coreProperties>
</file>